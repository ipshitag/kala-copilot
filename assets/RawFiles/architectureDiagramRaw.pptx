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BFF"/>
    <a:srgbClr val="ECD9FF"/>
    <a:srgbClr val="0000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95F0-4ED3-AE25-8DE1-C05A18FCB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3A9BD-AE8E-7DB2-A057-2F99CCEEF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FE922-6C77-D7EC-389F-C5FFCE1A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D2302-E930-2A22-E9BF-6E9E6F62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9632B-B76E-5D5E-3EB6-6093C729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9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FB5C7-DEDD-B4E1-5F97-B96E37F6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0648D-736B-A956-E5D4-4DF3CB868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0CE25-BE3B-0D17-8E53-9E0ED59C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2BC2A-A238-359C-A98C-D735D21C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C74E9-5826-2D96-6445-756F4EF5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4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D887-5958-571F-85E7-AD4B3BB6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360A8-4334-E272-2819-9F5F999E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BD432-F9CF-4D0B-A85B-12AAA212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C9CF6-8CC8-B51D-CFE8-D245374C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E0880-E238-E872-E307-36A61C3A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5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A488-F151-4558-61AF-729B32FF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3E77-CEDE-8870-F979-3942E5716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1FF2C-E1BF-E7A5-13EA-41047F829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A5029-F118-9946-9BC0-1A974333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274F6-D692-483E-769E-44B98D72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2C1EB-58EF-344D-EF3E-E79708EB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9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AD70-CAFD-28BB-5532-68A0E65C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AF18A-2771-DFDE-A188-B8DA42E28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57BCB-C0DE-06F3-F8C0-5CFDD144C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D368A-670C-AE75-7E21-96CE1BD19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A1734-0192-31BC-DC81-865C87837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AD75D-D15E-5228-91EE-42FC3627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37785-BC30-69E1-8F7B-3B89BC74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37F8B-F656-136D-AF8C-81F746D6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3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303E-3898-75D8-96C0-F88E9689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DE09F-5D18-2273-0F46-959E82DC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48099-8B7D-80C9-8501-36B11BBB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C167D8-0131-AF7A-DC4F-DA992563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0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8ECF1-E084-9F90-BD60-C7173238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D5CC9-2744-A396-15E2-07D0A102C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03A04-ACF8-E082-8792-8E2357DE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1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EA9B-40A0-E394-8018-BDFD54C9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437D-07D4-E5C1-7E64-93C270833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59E3E-2262-F000-C8B6-D3FC6A21E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C2418-EED7-36E6-309E-9A8E91A9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23C80-E506-81CF-140D-B3CDBCE9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1132B-1C8F-7CE7-CD60-4CFCDF75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8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9CFF-5147-B0C1-0AFC-4FDCDBF8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84F576-CB35-606A-832C-C6D59AC68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5DB21-6481-2F19-F0F1-7068E64AF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92A65-C443-43DD-CA9E-D8714D72A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BBCCA-2B31-AA4C-B59C-AA26BC4A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E5D59-621C-455A-A181-510DDF98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9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C85B-601E-A7EE-2E22-80C7BA78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DEB5F-DB07-50B3-568D-179A880F8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03282-9B90-06E0-0351-3DDB2879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74BAA-43D4-317B-321E-915F9FA2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10D71-07D9-A47D-0743-58970AC9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0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952A9-03A7-E8B4-5B48-C723A8A1E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9DDFE-A224-96D0-E6C5-65D3FD07D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15A08-6499-115B-464A-CDCC3418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8E1F5-0973-5676-1E35-267ED304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97A86-F2B2-1F66-52B9-08C61474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6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180FA-13A2-6EF8-C6EE-9A65ECC4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B5F55-E246-9815-A65A-9281251CE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C1E34-0588-5E32-D4D8-907575763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DBD29-7195-4C5D-9CB4-0006C176C49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912A6-FFA9-7D15-FB35-61F53C80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26A2-63ED-DABE-CD2C-EC56F22B1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AC119-19BD-4521-A32B-6F2C602E2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Picture 22" descr="Purple Gradient Background">
            <a:extLst>
              <a:ext uri="{FF2B5EF4-FFF2-40B4-BE49-F238E27FC236}">
                <a16:creationId xmlns:a16="http://schemas.microsoft.com/office/drawing/2014/main" id="{E2AFAF2F-4598-0728-4BDE-A069ECC79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0" name="Rectangle 1179">
            <a:extLst>
              <a:ext uri="{FF2B5EF4-FFF2-40B4-BE49-F238E27FC236}">
                <a16:creationId xmlns:a16="http://schemas.microsoft.com/office/drawing/2014/main" id="{AE278275-8B00-B657-FCD3-D09ED05C3288}"/>
              </a:ext>
            </a:extLst>
          </p:cNvPr>
          <p:cNvSpPr/>
          <p:nvPr/>
        </p:nvSpPr>
        <p:spPr>
          <a:xfrm>
            <a:off x="145774" y="130818"/>
            <a:ext cx="11900452" cy="6679610"/>
          </a:xfrm>
          <a:prstGeom prst="rect">
            <a:avLst/>
          </a:prstGeom>
          <a:solidFill>
            <a:srgbClr val="ECD9FF"/>
          </a:solidFill>
          <a:ln>
            <a:solidFill>
              <a:srgbClr val="CC99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1181" name="Rectangle 1180">
            <a:extLst>
              <a:ext uri="{FF2B5EF4-FFF2-40B4-BE49-F238E27FC236}">
                <a16:creationId xmlns:a16="http://schemas.microsoft.com/office/drawing/2014/main" id="{C182B1CD-E1FC-F693-D34C-EB6F07EB8ABD}"/>
              </a:ext>
            </a:extLst>
          </p:cNvPr>
          <p:cNvSpPr/>
          <p:nvPr/>
        </p:nvSpPr>
        <p:spPr>
          <a:xfrm>
            <a:off x="4288199" y="257673"/>
            <a:ext cx="6747394" cy="6469510"/>
          </a:xfrm>
          <a:prstGeom prst="rect">
            <a:avLst/>
          </a:prstGeom>
          <a:solidFill>
            <a:srgbClr val="F4EB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8FC82260-47B9-D6E6-6E14-FF31AFD5B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156" y="3082786"/>
            <a:ext cx="692427" cy="6924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2682D8-39F2-DA35-521E-204FADBE6B71}"/>
              </a:ext>
            </a:extLst>
          </p:cNvPr>
          <p:cNvCxnSpPr/>
          <p:nvPr/>
        </p:nvCxnSpPr>
        <p:spPr>
          <a:xfrm>
            <a:off x="538369" y="3775213"/>
            <a:ext cx="0" cy="379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Image with solid fill">
            <a:extLst>
              <a:ext uri="{FF2B5EF4-FFF2-40B4-BE49-F238E27FC236}">
                <a16:creationId xmlns:a16="http://schemas.microsoft.com/office/drawing/2014/main" id="{B6BA9149-F8D1-BFB5-1470-02C480E9D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882" y="4121428"/>
            <a:ext cx="602973" cy="6029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B3EB7A-410E-1B6A-D43B-0445748C0834}"/>
              </a:ext>
            </a:extLst>
          </p:cNvPr>
          <p:cNvSpPr txBox="1"/>
          <p:nvPr/>
        </p:nvSpPr>
        <p:spPr>
          <a:xfrm>
            <a:off x="497324" y="3850768"/>
            <a:ext cx="1373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User Uploads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AADC3-7EA1-52E8-F6D5-49C614589CE4}"/>
              </a:ext>
            </a:extLst>
          </p:cNvPr>
          <p:cNvSpPr txBox="1"/>
          <p:nvPr/>
        </p:nvSpPr>
        <p:spPr>
          <a:xfrm>
            <a:off x="2063803" y="4682987"/>
            <a:ext cx="13732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Image is stored in Azure Storage</a:t>
            </a:r>
          </a:p>
        </p:txBody>
      </p:sp>
      <p:pic>
        <p:nvPicPr>
          <p:cNvPr id="1030" name="Picture 6" descr="A blue square with a star&#10;&#10;AI-generated content may be incorrect.">
            <a:extLst>
              <a:ext uri="{FF2B5EF4-FFF2-40B4-BE49-F238E27FC236}">
                <a16:creationId xmlns:a16="http://schemas.microsoft.com/office/drawing/2014/main" id="{48B9A21E-DD06-F9F0-E8E7-4181259FE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774" y="3298196"/>
            <a:ext cx="692427" cy="69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65C3CCF-71FA-422C-5B8F-409F1FEB3FC8}"/>
              </a:ext>
            </a:extLst>
          </p:cNvPr>
          <p:cNvCxnSpPr>
            <a:endCxn id="1030" idx="1"/>
          </p:cNvCxnSpPr>
          <p:nvPr/>
        </p:nvCxnSpPr>
        <p:spPr>
          <a:xfrm rot="5400000" flipH="1" flipV="1">
            <a:off x="2712888" y="3681956"/>
            <a:ext cx="518431" cy="4433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134B744-6770-9E4F-39FA-F28BDA72A47B}"/>
              </a:ext>
            </a:extLst>
          </p:cNvPr>
          <p:cNvCxnSpPr>
            <a:stCxn id="1030" idx="0"/>
            <a:endCxn id="1028" idx="1"/>
          </p:cNvCxnSpPr>
          <p:nvPr/>
        </p:nvCxnSpPr>
        <p:spPr>
          <a:xfrm rot="5400000" flipH="1" flipV="1">
            <a:off x="3204691" y="2007195"/>
            <a:ext cx="1626298" cy="9557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026C7052-A58E-6BC8-7BD2-299BE695A6BD}"/>
              </a:ext>
            </a:extLst>
          </p:cNvPr>
          <p:cNvGrpSpPr/>
          <p:nvPr/>
        </p:nvGrpSpPr>
        <p:grpSpPr>
          <a:xfrm>
            <a:off x="4320736" y="1305009"/>
            <a:ext cx="1290738" cy="849989"/>
            <a:chOff x="4291947" y="1901298"/>
            <a:chExt cx="1290738" cy="849989"/>
          </a:xfrm>
        </p:grpSpPr>
        <p:pic>
          <p:nvPicPr>
            <p:cNvPr id="1028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F01A2785-8E76-3861-B1E2-04444A3A00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1901298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7E1A8A-0783-5DE9-2EE1-6DCC0DFB7CB2}"/>
                </a:ext>
              </a:extLst>
            </p:cNvPr>
            <p:cNvSpPr txBox="1"/>
            <p:nvPr/>
          </p:nvSpPr>
          <p:spPr>
            <a:xfrm>
              <a:off x="4291947" y="2505066"/>
              <a:ext cx="12907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Virtual Insight Agent</a:t>
              </a:r>
            </a:p>
          </p:txBody>
        </p:sp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47D65348-5097-2787-0827-56083BD9625C}"/>
              </a:ext>
            </a:extLst>
          </p:cNvPr>
          <p:cNvGrpSpPr/>
          <p:nvPr/>
        </p:nvGrpSpPr>
        <p:grpSpPr>
          <a:xfrm>
            <a:off x="4414706" y="2205229"/>
            <a:ext cx="1023037" cy="860360"/>
            <a:chOff x="4382800" y="2794179"/>
            <a:chExt cx="1023037" cy="860360"/>
          </a:xfrm>
        </p:grpSpPr>
        <p:pic>
          <p:nvPicPr>
            <p:cNvPr id="16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F81091D4-D7CB-0999-A9B5-6467646528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2794179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9C2DFA-E651-B82F-E4D5-EB208E177946}"/>
                </a:ext>
              </a:extLst>
            </p:cNvPr>
            <p:cNvSpPr txBox="1"/>
            <p:nvPr/>
          </p:nvSpPr>
          <p:spPr>
            <a:xfrm>
              <a:off x="4382800" y="3408318"/>
              <a:ext cx="10230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Branding Agent</a:t>
              </a:r>
            </a:p>
          </p:txBody>
        </p:sp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5891F56F-A371-25DE-92D0-0961F9A21428}"/>
              </a:ext>
            </a:extLst>
          </p:cNvPr>
          <p:cNvGrpSpPr/>
          <p:nvPr/>
        </p:nvGrpSpPr>
        <p:grpSpPr>
          <a:xfrm>
            <a:off x="4473763" y="3177824"/>
            <a:ext cx="770040" cy="862635"/>
            <a:chOff x="4466903" y="3575095"/>
            <a:chExt cx="770040" cy="862635"/>
          </a:xfrm>
        </p:grpSpPr>
        <p:pic>
          <p:nvPicPr>
            <p:cNvPr id="17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78FD8CB0-8201-1C5E-EFA0-ED7BF923AF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3575095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884D30-F5EB-287B-1811-921F370A05C8}"/>
                </a:ext>
              </a:extLst>
            </p:cNvPr>
            <p:cNvSpPr txBox="1"/>
            <p:nvPr/>
          </p:nvSpPr>
          <p:spPr>
            <a:xfrm>
              <a:off x="4471990" y="4191509"/>
              <a:ext cx="76495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SEO Agent</a:t>
              </a:r>
            </a:p>
          </p:txBody>
        </p:sp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D8A01644-5A63-888F-CE96-24BF4C51FEA4}"/>
              </a:ext>
            </a:extLst>
          </p:cNvPr>
          <p:cNvGrpSpPr/>
          <p:nvPr/>
        </p:nvGrpSpPr>
        <p:grpSpPr>
          <a:xfrm>
            <a:off x="4288198" y="4094763"/>
            <a:ext cx="1266693" cy="866505"/>
            <a:chOff x="4267196" y="4403203"/>
            <a:chExt cx="1266693" cy="866505"/>
          </a:xfrm>
        </p:grpSpPr>
        <p:pic>
          <p:nvPicPr>
            <p:cNvPr id="18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A3CA2D7F-FF9B-1A36-2E26-0BC0341008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4403203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0D2E516-5F1B-A175-F342-D70A069DD441}"/>
                </a:ext>
              </a:extLst>
            </p:cNvPr>
            <p:cNvSpPr txBox="1"/>
            <p:nvPr/>
          </p:nvSpPr>
          <p:spPr>
            <a:xfrm>
              <a:off x="4267196" y="5023487"/>
              <a:ext cx="12666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Smart Pricing Agent</a:t>
              </a:r>
            </a:p>
          </p:txBody>
        </p: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71BFF09F-0AB5-F4F3-8FD1-EFB6D41F93FA}"/>
              </a:ext>
            </a:extLst>
          </p:cNvPr>
          <p:cNvGrpSpPr/>
          <p:nvPr/>
        </p:nvGrpSpPr>
        <p:grpSpPr>
          <a:xfrm>
            <a:off x="4337480" y="4972390"/>
            <a:ext cx="1072730" cy="848365"/>
            <a:chOff x="4333107" y="5231311"/>
            <a:chExt cx="1072730" cy="848365"/>
          </a:xfrm>
        </p:grpSpPr>
        <p:pic>
          <p:nvPicPr>
            <p:cNvPr id="19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BF415C60-64B4-B1B0-976D-0857DE1EFC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5231311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07F46A-AA17-2115-4C4F-10BB95205C0F}"/>
                </a:ext>
              </a:extLst>
            </p:cNvPr>
            <p:cNvSpPr txBox="1"/>
            <p:nvPr/>
          </p:nvSpPr>
          <p:spPr>
            <a:xfrm>
              <a:off x="4333107" y="5833455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Cataloger Agent</a:t>
              </a:r>
            </a:p>
          </p:txBody>
        </p:sp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5185E57A-DEAA-FDAB-13BA-61B0C2A43912}"/>
              </a:ext>
            </a:extLst>
          </p:cNvPr>
          <p:cNvGrpSpPr/>
          <p:nvPr/>
        </p:nvGrpSpPr>
        <p:grpSpPr>
          <a:xfrm>
            <a:off x="4382761" y="5859787"/>
            <a:ext cx="939681" cy="845393"/>
            <a:chOff x="4382800" y="6059419"/>
            <a:chExt cx="939681" cy="845393"/>
          </a:xfrm>
        </p:grpSpPr>
        <p:pic>
          <p:nvPicPr>
            <p:cNvPr id="20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33AF6F7E-D2C6-4823-57DA-EEF0D9908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6059419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248B29-B422-2B04-C44D-31095ABF80F5}"/>
                </a:ext>
              </a:extLst>
            </p:cNvPr>
            <p:cNvSpPr txBox="1"/>
            <p:nvPr/>
          </p:nvSpPr>
          <p:spPr>
            <a:xfrm>
              <a:off x="4382800" y="6658591"/>
              <a:ext cx="93968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Posting Agent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E48CD3-AFFE-24AA-EDA7-F25BD5EA3C9F}"/>
              </a:ext>
            </a:extLst>
          </p:cNvPr>
          <p:cNvCxnSpPr>
            <a:cxnSpLocks/>
          </p:cNvCxnSpPr>
          <p:nvPr/>
        </p:nvCxnSpPr>
        <p:spPr>
          <a:xfrm>
            <a:off x="4873845" y="2084951"/>
            <a:ext cx="0" cy="257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B8E85A-7559-80E0-7194-27F00030BB3A}"/>
              </a:ext>
            </a:extLst>
          </p:cNvPr>
          <p:cNvCxnSpPr>
            <a:cxnSpLocks/>
          </p:cNvCxnSpPr>
          <p:nvPr/>
        </p:nvCxnSpPr>
        <p:spPr>
          <a:xfrm>
            <a:off x="4854794" y="3008207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78B2E5-4328-9DCF-1CE4-7A278161B976}"/>
              </a:ext>
            </a:extLst>
          </p:cNvPr>
          <p:cNvCxnSpPr>
            <a:cxnSpLocks/>
          </p:cNvCxnSpPr>
          <p:nvPr/>
        </p:nvCxnSpPr>
        <p:spPr>
          <a:xfrm>
            <a:off x="4840652" y="3975218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5A4D5F-46FE-002D-478A-F206296D485E}"/>
              </a:ext>
            </a:extLst>
          </p:cNvPr>
          <p:cNvCxnSpPr>
            <a:cxnSpLocks/>
          </p:cNvCxnSpPr>
          <p:nvPr/>
        </p:nvCxnSpPr>
        <p:spPr>
          <a:xfrm>
            <a:off x="4852602" y="4872771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269A18-8775-A401-CF06-81424D84AF4B}"/>
              </a:ext>
            </a:extLst>
          </p:cNvPr>
          <p:cNvCxnSpPr>
            <a:cxnSpLocks/>
          </p:cNvCxnSpPr>
          <p:nvPr/>
        </p:nvCxnSpPr>
        <p:spPr>
          <a:xfrm>
            <a:off x="4830563" y="5743573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8E8F31A-B26F-15A4-F1AB-1E1F4A419B70}"/>
              </a:ext>
            </a:extLst>
          </p:cNvPr>
          <p:cNvSpPr txBox="1"/>
          <p:nvPr/>
        </p:nvSpPr>
        <p:spPr>
          <a:xfrm>
            <a:off x="9145811" y="4630875"/>
            <a:ext cx="1101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Bing Search Tool</a:t>
            </a:r>
          </a:p>
        </p:txBody>
      </p:sp>
      <p:pic>
        <p:nvPicPr>
          <p:cNvPr id="55" name="Graphic 54" descr="Pinch Zoom Out with solid fill">
            <a:extLst>
              <a:ext uri="{FF2B5EF4-FFF2-40B4-BE49-F238E27FC236}">
                <a16:creationId xmlns:a16="http://schemas.microsoft.com/office/drawing/2014/main" id="{ECCCEC0A-FCD9-1568-7805-6EFFEEE0C2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519" y="2144334"/>
            <a:ext cx="647700" cy="647700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5727626-5F7F-CFEE-FB1A-5A7278EB845C}"/>
              </a:ext>
            </a:extLst>
          </p:cNvPr>
          <p:cNvCxnSpPr/>
          <p:nvPr/>
        </p:nvCxnSpPr>
        <p:spPr>
          <a:xfrm flipV="1">
            <a:off x="538368" y="2715897"/>
            <a:ext cx="0" cy="380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DCFEFC4-458F-9603-0A52-6ED5F23EBF61}"/>
              </a:ext>
            </a:extLst>
          </p:cNvPr>
          <p:cNvSpPr txBox="1"/>
          <p:nvPr/>
        </p:nvSpPr>
        <p:spPr>
          <a:xfrm>
            <a:off x="494857" y="2850325"/>
            <a:ext cx="1471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User starts Onboarding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1A4CA88-A343-8C98-AB42-D319B749912F}"/>
              </a:ext>
            </a:extLst>
          </p:cNvPr>
          <p:cNvCxnSpPr/>
          <p:nvPr/>
        </p:nvCxnSpPr>
        <p:spPr>
          <a:xfrm>
            <a:off x="839855" y="4417763"/>
            <a:ext cx="1605171" cy="51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87" name="Group 1086">
            <a:extLst>
              <a:ext uri="{FF2B5EF4-FFF2-40B4-BE49-F238E27FC236}">
                <a16:creationId xmlns:a16="http://schemas.microsoft.com/office/drawing/2014/main" id="{24609AE7-07BB-64D4-B703-579A8C9CF37B}"/>
              </a:ext>
            </a:extLst>
          </p:cNvPr>
          <p:cNvGrpSpPr/>
          <p:nvPr/>
        </p:nvGrpSpPr>
        <p:grpSpPr>
          <a:xfrm>
            <a:off x="8862107" y="2143703"/>
            <a:ext cx="1397673" cy="900400"/>
            <a:chOff x="8745698" y="1975600"/>
            <a:chExt cx="1397673" cy="900400"/>
          </a:xfrm>
        </p:grpSpPr>
        <p:pic>
          <p:nvPicPr>
            <p:cNvPr id="1034" name="Picture 10" descr="Azure Cosmos DB – グローバル分散データベース サービス | Microsoft Azure">
              <a:extLst>
                <a:ext uri="{FF2B5EF4-FFF2-40B4-BE49-F238E27FC236}">
                  <a16:creationId xmlns:a16="http://schemas.microsoft.com/office/drawing/2014/main" id="{383C5545-F8D6-C079-22B7-01880B31EF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5698" y="1975600"/>
              <a:ext cx="1397673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4824A2C-E0C1-143E-36C1-79A19705A45C}"/>
                </a:ext>
              </a:extLst>
            </p:cNvPr>
            <p:cNvSpPr txBox="1"/>
            <p:nvPr/>
          </p:nvSpPr>
          <p:spPr>
            <a:xfrm>
              <a:off x="9061447" y="2629779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Cosmos DB</a:t>
              </a:r>
            </a:p>
          </p:txBody>
        </p:sp>
      </p:grp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BA8163B0-E797-5CD6-19D1-80C711AECBFC}"/>
              </a:ext>
            </a:extLst>
          </p:cNvPr>
          <p:cNvCxnSpPr>
            <a:cxnSpLocks/>
          </p:cNvCxnSpPr>
          <p:nvPr/>
        </p:nvCxnSpPr>
        <p:spPr>
          <a:xfrm flipV="1">
            <a:off x="5083013" y="2624414"/>
            <a:ext cx="4747500" cy="2789087"/>
          </a:xfrm>
          <a:prstGeom prst="bentConnector3">
            <a:avLst>
              <a:gd name="adj1" fmla="val 116784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6450251C-70BD-3C27-4D2A-95A8B4060194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200642" y="6199755"/>
            <a:ext cx="4201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3DF16A5-C208-5EA4-42B4-A7576D869516}"/>
              </a:ext>
            </a:extLst>
          </p:cNvPr>
          <p:cNvGrpSpPr/>
          <p:nvPr/>
        </p:nvGrpSpPr>
        <p:grpSpPr>
          <a:xfrm>
            <a:off x="9225961" y="5888410"/>
            <a:ext cx="941283" cy="686709"/>
            <a:chOff x="9090303" y="5920301"/>
            <a:chExt cx="941283" cy="686709"/>
          </a:xfrm>
        </p:grpSpPr>
        <p:pic>
          <p:nvPicPr>
            <p:cNvPr id="1045" name="Picture 14" descr="X Logo Vibrant Transparent Images on pnghq.com">
              <a:extLst>
                <a:ext uri="{FF2B5EF4-FFF2-40B4-BE49-F238E27FC236}">
                  <a16:creationId xmlns:a16="http://schemas.microsoft.com/office/drawing/2014/main" id="{589D2F03-8A7E-9538-FB44-0F14F7EC1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5811" y="5920301"/>
              <a:ext cx="795131" cy="4472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5D153FE7-815E-859D-A039-0FC095337FCA}"/>
                </a:ext>
              </a:extLst>
            </p:cNvPr>
            <p:cNvSpPr txBox="1"/>
            <p:nvPr/>
          </p:nvSpPr>
          <p:spPr>
            <a:xfrm>
              <a:off x="9090303" y="6360789"/>
              <a:ext cx="9412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 (Twitter) API</a:t>
              </a:r>
            </a:p>
          </p:txBody>
        </p:sp>
      </p:grpSp>
      <p:pic>
        <p:nvPicPr>
          <p:cNvPr id="1050" name="Picture 18" descr="A blue and white rectangular object with white stripes&#10;&#10;Description automatically generated">
            <a:extLst>
              <a:ext uri="{FF2B5EF4-FFF2-40B4-BE49-F238E27FC236}">
                <a16:creationId xmlns:a16="http://schemas.microsoft.com/office/drawing/2014/main" id="{F69B4601-B5A3-4A00-39C6-D47130F20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4" y="4138404"/>
            <a:ext cx="6191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1A169728-486E-4BCF-9D1D-DC09E1A0D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299602" y="314458"/>
            <a:ext cx="619125" cy="479304"/>
            <a:chOff x="5683179" y="3179793"/>
            <a:chExt cx="2944756" cy="2279724"/>
          </a:xfrm>
        </p:grpSpPr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886CF207-A6FF-4609-A348-E53A0ACEA60C}"/>
                </a:ext>
              </a:extLst>
            </p:cNvPr>
            <p:cNvSpPr/>
            <p:nvPr/>
          </p:nvSpPr>
          <p:spPr bwMode="auto">
            <a:xfrm>
              <a:off x="5683179" y="3314385"/>
              <a:ext cx="2944756" cy="1623317"/>
            </a:xfrm>
            <a:custGeom>
              <a:avLst/>
              <a:gdLst>
                <a:gd name="connsiteX0" fmla="*/ 1017212 w 2944756"/>
                <a:gd name="connsiteY0" fmla="*/ 0 h 1623317"/>
                <a:gd name="connsiteX1" fmla="*/ 1765086 w 2944756"/>
                <a:gd name="connsiteY1" fmla="*/ 495724 h 1623317"/>
                <a:gd name="connsiteX2" fmla="*/ 1772121 w 2944756"/>
                <a:gd name="connsiteY2" fmla="*/ 518387 h 1623317"/>
                <a:gd name="connsiteX3" fmla="*/ 1849775 w 2944756"/>
                <a:gd name="connsiteY3" fmla="*/ 482160 h 1623317"/>
                <a:gd name="connsiteX4" fmla="*/ 2052097 w 2944756"/>
                <a:gd name="connsiteY4" fmla="*/ 446454 h 1623317"/>
                <a:gd name="connsiteX5" fmla="*/ 2628573 w 2944756"/>
                <a:gd name="connsiteY5" fmla="*/ 916296 h 1623317"/>
                <a:gd name="connsiteX6" fmla="*/ 2637199 w 2944756"/>
                <a:gd name="connsiteY6" fmla="*/ 1001856 h 1623317"/>
                <a:gd name="connsiteX7" fmla="*/ 2696514 w 2944756"/>
                <a:gd name="connsiteY7" fmla="*/ 1007836 h 1623317"/>
                <a:gd name="connsiteX8" fmla="*/ 2944756 w 2944756"/>
                <a:gd name="connsiteY8" fmla="*/ 1312418 h 1623317"/>
                <a:gd name="connsiteX9" fmla="*/ 2944755 w 2944756"/>
                <a:gd name="connsiteY9" fmla="*/ 1312418 h 1623317"/>
                <a:gd name="connsiteX10" fmla="*/ 2633856 w 2944756"/>
                <a:gd name="connsiteY10" fmla="*/ 1623317 h 1623317"/>
                <a:gd name="connsiteX11" fmla="*/ 310899 w 2944756"/>
                <a:gd name="connsiteY11" fmla="*/ 1623316 h 1623317"/>
                <a:gd name="connsiteX12" fmla="*/ 24432 w 2944756"/>
                <a:gd name="connsiteY12" fmla="*/ 1433433 h 1623317"/>
                <a:gd name="connsiteX13" fmla="*/ 0 w 2944756"/>
                <a:gd name="connsiteY13" fmla="*/ 1312418 h 1623317"/>
                <a:gd name="connsiteX14" fmla="*/ 24432 w 2944756"/>
                <a:gd name="connsiteY14" fmla="*/ 1191402 h 1623317"/>
                <a:gd name="connsiteX15" fmla="*/ 218447 w 2944756"/>
                <a:gd name="connsiteY15" fmla="*/ 1015497 h 1623317"/>
                <a:gd name="connsiteX16" fmla="*/ 233821 w 2944756"/>
                <a:gd name="connsiteY16" fmla="*/ 1013172 h 1623317"/>
                <a:gd name="connsiteX17" fmla="*/ 222044 w 2944756"/>
                <a:gd name="connsiteY17" fmla="*/ 975235 h 1623317"/>
                <a:gd name="connsiteX18" fmla="*/ 205554 w 2944756"/>
                <a:gd name="connsiteY18" fmla="*/ 811658 h 1623317"/>
                <a:gd name="connsiteX19" fmla="*/ 1017212 w 2944756"/>
                <a:gd name="connsiteY19" fmla="*/ 0 h 1623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44756" h="1623317">
                  <a:moveTo>
                    <a:pt x="1017212" y="0"/>
                  </a:moveTo>
                  <a:cubicBezTo>
                    <a:pt x="1353412" y="0"/>
                    <a:pt x="1641870" y="204408"/>
                    <a:pt x="1765086" y="495724"/>
                  </a:cubicBezTo>
                  <a:lnTo>
                    <a:pt x="1772121" y="518387"/>
                  </a:lnTo>
                  <a:lnTo>
                    <a:pt x="1849775" y="482160"/>
                  </a:lnTo>
                  <a:cubicBezTo>
                    <a:pt x="1912862" y="459060"/>
                    <a:pt x="1981008" y="446454"/>
                    <a:pt x="2052097" y="446454"/>
                  </a:cubicBezTo>
                  <a:cubicBezTo>
                    <a:pt x="2336456" y="446454"/>
                    <a:pt x="2573704" y="648158"/>
                    <a:pt x="2628573" y="916296"/>
                  </a:cubicBezTo>
                  <a:lnTo>
                    <a:pt x="2637199" y="1001856"/>
                  </a:lnTo>
                  <a:lnTo>
                    <a:pt x="2696514" y="1007836"/>
                  </a:lnTo>
                  <a:cubicBezTo>
                    <a:pt x="2838186" y="1036826"/>
                    <a:pt x="2944756" y="1162176"/>
                    <a:pt x="2944756" y="1312418"/>
                  </a:cubicBezTo>
                  <a:lnTo>
                    <a:pt x="2944755" y="1312418"/>
                  </a:lnTo>
                  <a:cubicBezTo>
                    <a:pt x="2944755" y="1484123"/>
                    <a:pt x="2805561" y="1623317"/>
                    <a:pt x="2633856" y="1623317"/>
                  </a:cubicBezTo>
                  <a:lnTo>
                    <a:pt x="310899" y="1623316"/>
                  </a:lnTo>
                  <a:cubicBezTo>
                    <a:pt x="182121" y="1623316"/>
                    <a:pt x="71629" y="1545020"/>
                    <a:pt x="24432" y="1433433"/>
                  </a:cubicBezTo>
                  <a:lnTo>
                    <a:pt x="0" y="1312418"/>
                  </a:lnTo>
                  <a:lnTo>
                    <a:pt x="24432" y="1191402"/>
                  </a:lnTo>
                  <a:cubicBezTo>
                    <a:pt x="59830" y="1107712"/>
                    <a:pt x="130831" y="1042748"/>
                    <a:pt x="218447" y="1015497"/>
                  </a:cubicBezTo>
                  <a:lnTo>
                    <a:pt x="233821" y="1013172"/>
                  </a:lnTo>
                  <a:lnTo>
                    <a:pt x="222044" y="975235"/>
                  </a:lnTo>
                  <a:cubicBezTo>
                    <a:pt x="211232" y="922398"/>
                    <a:pt x="205554" y="867691"/>
                    <a:pt x="205554" y="811658"/>
                  </a:cubicBezTo>
                  <a:cubicBezTo>
                    <a:pt x="205554" y="363392"/>
                    <a:pt x="568946" y="0"/>
                    <a:pt x="1017212" y="0"/>
                  </a:cubicBezTo>
                  <a:close/>
                </a:path>
              </a:pathLst>
            </a:custGeom>
            <a:solidFill>
              <a:srgbClr val="50E6F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rot="0" spcFirstLastPara="0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3E389037-D1E0-4608-806B-F65639AE9D54}"/>
                </a:ext>
              </a:extLst>
            </p:cNvPr>
            <p:cNvSpPr/>
            <p:nvPr/>
          </p:nvSpPr>
          <p:spPr bwMode="auto">
            <a:xfrm>
              <a:off x="7733363" y="3179793"/>
              <a:ext cx="894572" cy="1601212"/>
            </a:xfrm>
            <a:custGeom>
              <a:avLst/>
              <a:gdLst>
                <a:gd name="connsiteX0" fmla="*/ 107116 w 1262264"/>
                <a:gd name="connsiteY0" fmla="*/ 661009 h 2259350"/>
                <a:gd name="connsiteX1" fmla="*/ 139113 w 1262264"/>
                <a:gd name="connsiteY1" fmla="*/ 697786 h 2259350"/>
                <a:gd name="connsiteX2" fmla="*/ 290585 w 1262264"/>
                <a:gd name="connsiteY2" fmla="*/ 1119253 h 2259350"/>
                <a:gd name="connsiteX3" fmla="*/ 139113 w 1262264"/>
                <a:gd name="connsiteY3" fmla="*/ 1540721 h 2259350"/>
                <a:gd name="connsiteX4" fmla="*/ 92066 w 1262264"/>
                <a:gd name="connsiteY4" fmla="*/ 1594795 h 2259350"/>
                <a:gd name="connsiteX5" fmla="*/ 0 w 1262264"/>
                <a:gd name="connsiteY5" fmla="*/ 1507084 h 2259350"/>
                <a:gd name="connsiteX6" fmla="*/ 6948 w 1262264"/>
                <a:gd name="connsiteY6" fmla="*/ 1499569 h 2259350"/>
                <a:gd name="connsiteX7" fmla="*/ 152198 w 1262264"/>
                <a:gd name="connsiteY7" fmla="*/ 1119253 h 2259350"/>
                <a:gd name="connsiteX8" fmla="*/ 86560 w 1262264"/>
                <a:gd name="connsiteY8" fmla="*/ 861504 h 2259350"/>
                <a:gd name="connsiteX9" fmla="*/ 13577 w 1262264"/>
                <a:gd name="connsiteY9" fmla="*/ 749143 h 2259350"/>
                <a:gd name="connsiteX10" fmla="*/ 465135 w 1262264"/>
                <a:gd name="connsiteY10" fmla="*/ 323675 h 2259350"/>
                <a:gd name="connsiteX11" fmla="*/ 522220 w 1262264"/>
                <a:gd name="connsiteY11" fmla="*/ 389605 h 2259350"/>
                <a:gd name="connsiteX12" fmla="*/ 786987 w 1262264"/>
                <a:gd name="connsiteY12" fmla="*/ 1119253 h 2259350"/>
                <a:gd name="connsiteX13" fmla="*/ 522220 w 1262264"/>
                <a:gd name="connsiteY13" fmla="*/ 1848901 h 2259350"/>
                <a:gd name="connsiteX14" fmla="*/ 448345 w 1262264"/>
                <a:gd name="connsiteY14" fmla="*/ 1934223 h 2259350"/>
                <a:gd name="connsiteX15" fmla="*/ 321319 w 1262264"/>
                <a:gd name="connsiteY15" fmla="*/ 1813206 h 2259350"/>
                <a:gd name="connsiteX16" fmla="*/ 353575 w 1262264"/>
                <a:gd name="connsiteY16" fmla="*/ 1777658 h 2259350"/>
                <a:gd name="connsiteX17" fmla="*/ 603959 w 1262264"/>
                <a:gd name="connsiteY17" fmla="*/ 1119253 h 2259350"/>
                <a:gd name="connsiteX18" fmla="*/ 353575 w 1262264"/>
                <a:gd name="connsiteY18" fmla="*/ 460848 h 2259350"/>
                <a:gd name="connsiteX19" fmla="*/ 337893 w 1262264"/>
                <a:gd name="connsiteY19" fmla="*/ 443566 h 2259350"/>
                <a:gd name="connsiteX20" fmla="*/ 808658 w 1262264"/>
                <a:gd name="connsiteY20" fmla="*/ 0 h 2259350"/>
                <a:gd name="connsiteX21" fmla="*/ 855622 w 1262264"/>
                <a:gd name="connsiteY21" fmla="*/ 51403 h 2259350"/>
                <a:gd name="connsiteX22" fmla="*/ 1262264 w 1262264"/>
                <a:gd name="connsiteY22" fmla="*/ 1119253 h 2259350"/>
                <a:gd name="connsiteX23" fmla="*/ 855622 w 1262264"/>
                <a:gd name="connsiteY23" fmla="*/ 2187103 h 2259350"/>
                <a:gd name="connsiteX24" fmla="*/ 789613 w 1262264"/>
                <a:gd name="connsiteY24" fmla="*/ 2259350 h 2259350"/>
                <a:gd name="connsiteX25" fmla="*/ 660991 w 1262264"/>
                <a:gd name="connsiteY25" fmla="*/ 2136812 h 2259350"/>
                <a:gd name="connsiteX26" fmla="*/ 695391 w 1262264"/>
                <a:gd name="connsiteY26" fmla="*/ 2100245 h 2259350"/>
                <a:gd name="connsiteX27" fmla="*/ 1080040 w 1262264"/>
                <a:gd name="connsiteY27" fmla="*/ 1119253 h 2259350"/>
                <a:gd name="connsiteX28" fmla="*/ 695391 w 1262264"/>
                <a:gd name="connsiteY28" fmla="*/ 138261 h 2259350"/>
                <a:gd name="connsiteX29" fmla="*/ 679663 w 1262264"/>
                <a:gd name="connsiteY29" fmla="*/ 121543 h 225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62264" h="2259350">
                  <a:moveTo>
                    <a:pt x="107116" y="661009"/>
                  </a:moveTo>
                  <a:lnTo>
                    <a:pt x="139113" y="697786"/>
                  </a:lnTo>
                  <a:cubicBezTo>
                    <a:pt x="237554" y="830927"/>
                    <a:pt x="290585" y="972485"/>
                    <a:pt x="290585" y="1119253"/>
                  </a:cubicBezTo>
                  <a:cubicBezTo>
                    <a:pt x="290585" y="1266021"/>
                    <a:pt x="237554" y="1407579"/>
                    <a:pt x="139113" y="1540721"/>
                  </a:cubicBezTo>
                  <a:lnTo>
                    <a:pt x="92066" y="1594795"/>
                  </a:lnTo>
                  <a:lnTo>
                    <a:pt x="0" y="1507084"/>
                  </a:lnTo>
                  <a:lnTo>
                    <a:pt x="6948" y="1499569"/>
                  </a:lnTo>
                  <a:cubicBezTo>
                    <a:pt x="101345" y="1379427"/>
                    <a:pt x="152198" y="1251691"/>
                    <a:pt x="152198" y="1119253"/>
                  </a:cubicBezTo>
                  <a:cubicBezTo>
                    <a:pt x="152198" y="1030961"/>
                    <a:pt x="129597" y="944759"/>
                    <a:pt x="86560" y="861504"/>
                  </a:cubicBezTo>
                  <a:lnTo>
                    <a:pt x="13577" y="749143"/>
                  </a:lnTo>
                  <a:close/>
                  <a:moveTo>
                    <a:pt x="465135" y="323675"/>
                  </a:moveTo>
                  <a:lnTo>
                    <a:pt x="522220" y="389605"/>
                  </a:lnTo>
                  <a:cubicBezTo>
                    <a:pt x="692710" y="613870"/>
                    <a:pt x="786987" y="860436"/>
                    <a:pt x="786987" y="1119253"/>
                  </a:cubicBezTo>
                  <a:cubicBezTo>
                    <a:pt x="786987" y="1378070"/>
                    <a:pt x="692710" y="1624637"/>
                    <a:pt x="522220" y="1848901"/>
                  </a:cubicBezTo>
                  <a:lnTo>
                    <a:pt x="448345" y="1934223"/>
                  </a:lnTo>
                  <a:lnTo>
                    <a:pt x="321319" y="1813206"/>
                  </a:lnTo>
                  <a:lnTo>
                    <a:pt x="353575" y="1777658"/>
                  </a:lnTo>
                  <a:cubicBezTo>
                    <a:pt x="514804" y="1575291"/>
                    <a:pt x="603959" y="1352799"/>
                    <a:pt x="603959" y="1119253"/>
                  </a:cubicBezTo>
                  <a:cubicBezTo>
                    <a:pt x="603959" y="885707"/>
                    <a:pt x="514804" y="663216"/>
                    <a:pt x="353575" y="460848"/>
                  </a:cubicBezTo>
                  <a:lnTo>
                    <a:pt x="337893" y="443566"/>
                  </a:lnTo>
                  <a:close/>
                  <a:moveTo>
                    <a:pt x="808658" y="0"/>
                  </a:moveTo>
                  <a:lnTo>
                    <a:pt x="855622" y="51403"/>
                  </a:lnTo>
                  <a:cubicBezTo>
                    <a:pt x="1114956" y="368835"/>
                    <a:pt x="1262264" y="732606"/>
                    <a:pt x="1262264" y="1119253"/>
                  </a:cubicBezTo>
                  <a:cubicBezTo>
                    <a:pt x="1262264" y="1505901"/>
                    <a:pt x="1114956" y="1869671"/>
                    <a:pt x="855622" y="2187103"/>
                  </a:cubicBezTo>
                  <a:lnTo>
                    <a:pt x="789613" y="2259350"/>
                  </a:lnTo>
                  <a:lnTo>
                    <a:pt x="660991" y="2136812"/>
                  </a:lnTo>
                  <a:lnTo>
                    <a:pt x="695391" y="2100245"/>
                  </a:lnTo>
                  <a:cubicBezTo>
                    <a:pt x="940699" y="1808632"/>
                    <a:pt x="1080040" y="1474451"/>
                    <a:pt x="1080040" y="1119253"/>
                  </a:cubicBezTo>
                  <a:cubicBezTo>
                    <a:pt x="1080040" y="764055"/>
                    <a:pt x="940699" y="429874"/>
                    <a:pt x="695391" y="138261"/>
                  </a:cubicBezTo>
                  <a:lnTo>
                    <a:pt x="679663" y="121543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rot="0" spcFirstLastPara="0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3F371BCC-DF3A-4EB3-9D05-D345A31EF385}"/>
                </a:ext>
              </a:extLst>
            </p:cNvPr>
            <p:cNvSpPr/>
            <p:nvPr/>
          </p:nvSpPr>
          <p:spPr bwMode="auto">
            <a:xfrm>
              <a:off x="6110621" y="3347912"/>
              <a:ext cx="1061072" cy="1589790"/>
            </a:xfrm>
            <a:custGeom>
              <a:avLst/>
              <a:gdLst>
                <a:gd name="connsiteX0" fmla="*/ 120663 w 1061072"/>
                <a:gd name="connsiteY0" fmla="*/ 835588 h 1589790"/>
                <a:gd name="connsiteX1" fmla="*/ 205985 w 1061072"/>
                <a:gd name="connsiteY1" fmla="*/ 870929 h 1589790"/>
                <a:gd name="connsiteX2" fmla="*/ 229190 w 1061072"/>
                <a:gd name="connsiteY2" fmla="*/ 905347 h 1589790"/>
                <a:gd name="connsiteX3" fmla="*/ 606566 w 1061072"/>
                <a:gd name="connsiteY3" fmla="*/ 905347 h 1589790"/>
                <a:gd name="connsiteX4" fmla="*/ 606566 w 1061072"/>
                <a:gd name="connsiteY4" fmla="*/ 911062 h 1589790"/>
                <a:gd name="connsiteX5" fmla="*/ 607003 w 1061072"/>
                <a:gd name="connsiteY5" fmla="*/ 911062 h 1589790"/>
                <a:gd name="connsiteX6" fmla="*/ 607003 w 1061072"/>
                <a:gd name="connsiteY6" fmla="*/ 1589790 h 1589790"/>
                <a:gd name="connsiteX7" fmla="*/ 505194 w 1061072"/>
                <a:gd name="connsiteY7" fmla="*/ 1589790 h 1589790"/>
                <a:gd name="connsiteX8" fmla="*/ 505194 w 1061072"/>
                <a:gd name="connsiteY8" fmla="*/ 1007155 h 1589790"/>
                <a:gd name="connsiteX9" fmla="*/ 229189 w 1061072"/>
                <a:gd name="connsiteY9" fmla="*/ 1007155 h 1589790"/>
                <a:gd name="connsiteX10" fmla="*/ 205985 w 1061072"/>
                <a:gd name="connsiteY10" fmla="*/ 1041572 h 1589790"/>
                <a:gd name="connsiteX11" fmla="*/ 120663 w 1061072"/>
                <a:gd name="connsiteY11" fmla="*/ 1076914 h 1589790"/>
                <a:gd name="connsiteX12" fmla="*/ 0 w 1061072"/>
                <a:gd name="connsiteY12" fmla="*/ 956251 h 1589790"/>
                <a:gd name="connsiteX13" fmla="*/ 120663 w 1061072"/>
                <a:gd name="connsiteY13" fmla="*/ 835588 h 1589790"/>
                <a:gd name="connsiteX14" fmla="*/ 359937 w 1061072"/>
                <a:gd name="connsiteY14" fmla="*/ 0 h 1589790"/>
                <a:gd name="connsiteX15" fmla="*/ 359937 w 1061072"/>
                <a:gd name="connsiteY15" fmla="*/ 451248 h 1589790"/>
                <a:gd name="connsiteX16" fmla="*/ 629546 w 1061072"/>
                <a:gd name="connsiteY16" fmla="*/ 451248 h 1589790"/>
                <a:gd name="connsiteX17" fmla="*/ 629546 w 1061072"/>
                <a:gd name="connsiteY17" fmla="*/ 397476 h 1589790"/>
                <a:gd name="connsiteX18" fmla="*/ 595128 w 1061072"/>
                <a:gd name="connsiteY18" fmla="*/ 374271 h 1589790"/>
                <a:gd name="connsiteX19" fmla="*/ 559786 w 1061072"/>
                <a:gd name="connsiteY19" fmla="*/ 288950 h 1589790"/>
                <a:gd name="connsiteX20" fmla="*/ 680450 w 1061072"/>
                <a:gd name="connsiteY20" fmla="*/ 168287 h 1589790"/>
                <a:gd name="connsiteX21" fmla="*/ 801113 w 1061072"/>
                <a:gd name="connsiteY21" fmla="*/ 288950 h 1589790"/>
                <a:gd name="connsiteX22" fmla="*/ 765771 w 1061072"/>
                <a:gd name="connsiteY22" fmla="*/ 374271 h 1589790"/>
                <a:gd name="connsiteX23" fmla="*/ 731354 w 1061072"/>
                <a:gd name="connsiteY23" fmla="*/ 397476 h 1589790"/>
                <a:gd name="connsiteX24" fmla="*/ 731354 w 1061072"/>
                <a:gd name="connsiteY24" fmla="*/ 544206 h 1589790"/>
                <a:gd name="connsiteX25" fmla="*/ 731353 w 1061072"/>
                <a:gd name="connsiteY25" fmla="*/ 544206 h 1589790"/>
                <a:gd name="connsiteX26" fmla="*/ 731353 w 1061072"/>
                <a:gd name="connsiteY26" fmla="*/ 553056 h 1589790"/>
                <a:gd name="connsiteX27" fmla="*/ 359937 w 1061072"/>
                <a:gd name="connsiteY27" fmla="*/ 553056 h 1589790"/>
                <a:gd name="connsiteX28" fmla="*/ 359937 w 1061072"/>
                <a:gd name="connsiteY28" fmla="*/ 681106 h 1589790"/>
                <a:gd name="connsiteX29" fmla="*/ 991312 w 1061072"/>
                <a:gd name="connsiteY29" fmla="*/ 681106 h 1589790"/>
                <a:gd name="connsiteX30" fmla="*/ 991312 w 1061072"/>
                <a:gd name="connsiteY30" fmla="*/ 694763 h 1589790"/>
                <a:gd name="connsiteX31" fmla="*/ 991313 w 1061072"/>
                <a:gd name="connsiteY31" fmla="*/ 694763 h 1589790"/>
                <a:gd name="connsiteX32" fmla="*/ 991313 w 1061072"/>
                <a:gd name="connsiteY32" fmla="*/ 968387 h 1589790"/>
                <a:gd name="connsiteX33" fmla="*/ 1025730 w 1061072"/>
                <a:gd name="connsiteY33" fmla="*/ 991592 h 1589790"/>
                <a:gd name="connsiteX34" fmla="*/ 1061072 w 1061072"/>
                <a:gd name="connsiteY34" fmla="*/ 1076914 h 1589790"/>
                <a:gd name="connsiteX35" fmla="*/ 940409 w 1061072"/>
                <a:gd name="connsiteY35" fmla="*/ 1197577 h 1589790"/>
                <a:gd name="connsiteX36" fmla="*/ 819746 w 1061072"/>
                <a:gd name="connsiteY36" fmla="*/ 1076914 h 1589790"/>
                <a:gd name="connsiteX37" fmla="*/ 855087 w 1061072"/>
                <a:gd name="connsiteY37" fmla="*/ 991592 h 1589790"/>
                <a:gd name="connsiteX38" fmla="*/ 889505 w 1061072"/>
                <a:gd name="connsiteY38" fmla="*/ 968387 h 1589790"/>
                <a:gd name="connsiteX39" fmla="*/ 889505 w 1061072"/>
                <a:gd name="connsiteY39" fmla="*/ 782914 h 1589790"/>
                <a:gd name="connsiteX40" fmla="*/ 258129 w 1061072"/>
                <a:gd name="connsiteY40" fmla="*/ 782914 h 1589790"/>
                <a:gd name="connsiteX41" fmla="*/ 258129 w 1061072"/>
                <a:gd name="connsiteY41" fmla="*/ 735937 h 1589790"/>
                <a:gd name="connsiteX42" fmla="*/ 258129 w 1061072"/>
                <a:gd name="connsiteY42" fmla="*/ 681106 h 1589790"/>
                <a:gd name="connsiteX43" fmla="*/ 258129 w 1061072"/>
                <a:gd name="connsiteY43" fmla="*/ 38784 h 1589790"/>
                <a:gd name="connsiteX44" fmla="*/ 273836 w 1061072"/>
                <a:gd name="connsiteY44" fmla="*/ 30258 h 1589790"/>
                <a:gd name="connsiteX45" fmla="*/ 348408 w 1061072"/>
                <a:gd name="connsiteY45" fmla="*/ 2965 h 1589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61072" h="1589790">
                  <a:moveTo>
                    <a:pt x="120663" y="835588"/>
                  </a:moveTo>
                  <a:cubicBezTo>
                    <a:pt x="153983" y="835588"/>
                    <a:pt x="184149" y="849093"/>
                    <a:pt x="205985" y="870929"/>
                  </a:cubicBezTo>
                  <a:lnTo>
                    <a:pt x="229190" y="905347"/>
                  </a:lnTo>
                  <a:lnTo>
                    <a:pt x="606566" y="905347"/>
                  </a:lnTo>
                  <a:lnTo>
                    <a:pt x="606566" y="911062"/>
                  </a:lnTo>
                  <a:lnTo>
                    <a:pt x="607003" y="911062"/>
                  </a:lnTo>
                  <a:lnTo>
                    <a:pt x="607003" y="1589790"/>
                  </a:lnTo>
                  <a:lnTo>
                    <a:pt x="505194" y="1589790"/>
                  </a:lnTo>
                  <a:lnTo>
                    <a:pt x="505194" y="1007155"/>
                  </a:lnTo>
                  <a:lnTo>
                    <a:pt x="229189" y="1007155"/>
                  </a:lnTo>
                  <a:lnTo>
                    <a:pt x="205985" y="1041572"/>
                  </a:lnTo>
                  <a:cubicBezTo>
                    <a:pt x="184149" y="1063408"/>
                    <a:pt x="153983" y="1076914"/>
                    <a:pt x="120663" y="1076914"/>
                  </a:cubicBezTo>
                  <a:cubicBezTo>
                    <a:pt x="54023" y="1076914"/>
                    <a:pt x="0" y="1022891"/>
                    <a:pt x="0" y="956251"/>
                  </a:cubicBezTo>
                  <a:cubicBezTo>
                    <a:pt x="0" y="889610"/>
                    <a:pt x="54023" y="835588"/>
                    <a:pt x="120663" y="835588"/>
                  </a:cubicBezTo>
                  <a:close/>
                  <a:moveTo>
                    <a:pt x="359937" y="0"/>
                  </a:moveTo>
                  <a:lnTo>
                    <a:pt x="359937" y="451248"/>
                  </a:lnTo>
                  <a:lnTo>
                    <a:pt x="629546" y="451248"/>
                  </a:lnTo>
                  <a:lnTo>
                    <a:pt x="629546" y="397476"/>
                  </a:lnTo>
                  <a:lnTo>
                    <a:pt x="595128" y="374271"/>
                  </a:lnTo>
                  <a:cubicBezTo>
                    <a:pt x="573292" y="352435"/>
                    <a:pt x="559786" y="322270"/>
                    <a:pt x="559786" y="288950"/>
                  </a:cubicBezTo>
                  <a:cubicBezTo>
                    <a:pt x="559786" y="222310"/>
                    <a:pt x="613810" y="168287"/>
                    <a:pt x="680450" y="168287"/>
                  </a:cubicBezTo>
                  <a:cubicBezTo>
                    <a:pt x="747090" y="168287"/>
                    <a:pt x="801113" y="222310"/>
                    <a:pt x="801113" y="288950"/>
                  </a:cubicBezTo>
                  <a:cubicBezTo>
                    <a:pt x="801113" y="322270"/>
                    <a:pt x="787607" y="352435"/>
                    <a:pt x="765771" y="374271"/>
                  </a:cubicBezTo>
                  <a:lnTo>
                    <a:pt x="731354" y="397476"/>
                  </a:lnTo>
                  <a:lnTo>
                    <a:pt x="731354" y="544206"/>
                  </a:lnTo>
                  <a:lnTo>
                    <a:pt x="731353" y="544206"/>
                  </a:lnTo>
                  <a:lnTo>
                    <a:pt x="731353" y="553056"/>
                  </a:lnTo>
                  <a:lnTo>
                    <a:pt x="359937" y="553056"/>
                  </a:lnTo>
                  <a:lnTo>
                    <a:pt x="359937" y="681106"/>
                  </a:lnTo>
                  <a:lnTo>
                    <a:pt x="991312" y="681106"/>
                  </a:lnTo>
                  <a:lnTo>
                    <a:pt x="991312" y="694763"/>
                  </a:lnTo>
                  <a:lnTo>
                    <a:pt x="991313" y="694763"/>
                  </a:lnTo>
                  <a:lnTo>
                    <a:pt x="991313" y="968387"/>
                  </a:lnTo>
                  <a:lnTo>
                    <a:pt x="1025730" y="991592"/>
                  </a:lnTo>
                  <a:cubicBezTo>
                    <a:pt x="1047566" y="1013428"/>
                    <a:pt x="1061072" y="1043594"/>
                    <a:pt x="1061072" y="1076914"/>
                  </a:cubicBezTo>
                  <a:cubicBezTo>
                    <a:pt x="1061072" y="1143554"/>
                    <a:pt x="1007049" y="1197577"/>
                    <a:pt x="940409" y="1197577"/>
                  </a:cubicBezTo>
                  <a:cubicBezTo>
                    <a:pt x="873769" y="1197577"/>
                    <a:pt x="819746" y="1143554"/>
                    <a:pt x="819746" y="1076914"/>
                  </a:cubicBezTo>
                  <a:cubicBezTo>
                    <a:pt x="819746" y="1043594"/>
                    <a:pt x="833252" y="1013428"/>
                    <a:pt x="855087" y="991592"/>
                  </a:cubicBezTo>
                  <a:lnTo>
                    <a:pt x="889505" y="968387"/>
                  </a:lnTo>
                  <a:lnTo>
                    <a:pt x="889505" y="782914"/>
                  </a:lnTo>
                  <a:lnTo>
                    <a:pt x="258129" y="782914"/>
                  </a:lnTo>
                  <a:lnTo>
                    <a:pt x="258129" y="735937"/>
                  </a:lnTo>
                  <a:lnTo>
                    <a:pt x="258129" y="681106"/>
                  </a:lnTo>
                  <a:lnTo>
                    <a:pt x="258129" y="38784"/>
                  </a:lnTo>
                  <a:lnTo>
                    <a:pt x="273836" y="30258"/>
                  </a:lnTo>
                  <a:cubicBezTo>
                    <a:pt x="298113" y="19990"/>
                    <a:pt x="322993" y="10870"/>
                    <a:pt x="348408" y="2965"/>
                  </a:cubicBezTo>
                  <a:close/>
                </a:path>
              </a:pathLst>
            </a:custGeom>
            <a:solidFill>
              <a:srgbClr val="0078D4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rot="0" spcFirstLastPara="0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C994AA0-BA8B-4F17-8EF7-BFA9771C3420}"/>
                </a:ext>
              </a:extLst>
            </p:cNvPr>
            <p:cNvSpPr/>
            <p:nvPr/>
          </p:nvSpPr>
          <p:spPr bwMode="auto">
            <a:xfrm>
              <a:off x="6624079" y="4023737"/>
              <a:ext cx="1674431" cy="1435780"/>
            </a:xfrm>
            <a:custGeom>
              <a:avLst/>
              <a:gdLst>
                <a:gd name="connsiteX0" fmla="*/ 838419 w 1674431"/>
                <a:gd name="connsiteY0" fmla="*/ 237995 h 1435780"/>
                <a:gd name="connsiteX1" fmla="*/ 617784 w 1674431"/>
                <a:gd name="connsiteY1" fmla="*/ 871175 h 1435780"/>
                <a:gd name="connsiteX2" fmla="*/ 1059054 w 1674431"/>
                <a:gd name="connsiteY2" fmla="*/ 871175 h 1435780"/>
                <a:gd name="connsiteX3" fmla="*/ 616263 w 1674431"/>
                <a:gd name="connsiteY3" fmla="*/ 0 h 1435780"/>
                <a:gd name="connsiteX4" fmla="*/ 1080734 w 1674431"/>
                <a:gd name="connsiteY4" fmla="*/ 2273 h 1435780"/>
                <a:gd name="connsiteX5" fmla="*/ 1674431 w 1674431"/>
                <a:gd name="connsiteY5" fmla="*/ 1433508 h 1435780"/>
                <a:gd name="connsiteX6" fmla="*/ 1250362 w 1674431"/>
                <a:gd name="connsiteY6" fmla="*/ 1433508 h 1435780"/>
                <a:gd name="connsiteX7" fmla="*/ 1131092 w 1674431"/>
                <a:gd name="connsiteY7" fmla="*/ 1110155 h 1435780"/>
                <a:gd name="connsiteX8" fmla="*/ 542696 w 1674431"/>
                <a:gd name="connsiteY8" fmla="*/ 1110155 h 1435780"/>
                <a:gd name="connsiteX9" fmla="*/ 425433 w 1674431"/>
                <a:gd name="connsiteY9" fmla="*/ 1433320 h 1435780"/>
                <a:gd name="connsiteX10" fmla="*/ 0 w 1674431"/>
                <a:gd name="connsiteY10" fmla="*/ 1435780 h 14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4431" h="1435780">
                  <a:moveTo>
                    <a:pt x="838419" y="237995"/>
                  </a:moveTo>
                  <a:lnTo>
                    <a:pt x="617784" y="871175"/>
                  </a:lnTo>
                  <a:lnTo>
                    <a:pt x="1059054" y="871175"/>
                  </a:lnTo>
                  <a:close/>
                  <a:moveTo>
                    <a:pt x="616263" y="0"/>
                  </a:moveTo>
                  <a:lnTo>
                    <a:pt x="1080734" y="2273"/>
                  </a:lnTo>
                  <a:lnTo>
                    <a:pt x="1674431" y="1433508"/>
                  </a:lnTo>
                  <a:lnTo>
                    <a:pt x="1250362" y="1433508"/>
                  </a:lnTo>
                  <a:lnTo>
                    <a:pt x="1131092" y="1110155"/>
                  </a:lnTo>
                  <a:lnTo>
                    <a:pt x="542696" y="1110155"/>
                  </a:lnTo>
                  <a:lnTo>
                    <a:pt x="425433" y="1433320"/>
                  </a:lnTo>
                  <a:lnTo>
                    <a:pt x="0" y="1435780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rot="0" spcFirstLastPara="0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7D769614-BC2D-B93B-BBC2-C64F6105B6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2802" y="961279"/>
            <a:ext cx="1661129" cy="789997"/>
          </a:xfrm>
          <a:prstGeom prst="bentConnector3">
            <a:avLst>
              <a:gd name="adj1" fmla="val 1001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2" name="Picture 18" descr="A blue and white rectangular object with white stripes&#10;&#10;Description automatically generated">
            <a:extLst>
              <a:ext uri="{FF2B5EF4-FFF2-40B4-BE49-F238E27FC236}">
                <a16:creationId xmlns:a16="http://schemas.microsoft.com/office/drawing/2014/main" id="{3CDB4AC9-685E-AA03-CF78-2A89A706F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828" y="257672"/>
            <a:ext cx="6191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F14C4B37-89B1-349D-8F08-FEE3DA0744AF}"/>
              </a:ext>
            </a:extLst>
          </p:cNvPr>
          <p:cNvCxnSpPr>
            <a:cxnSpLocks/>
          </p:cNvCxnSpPr>
          <p:nvPr/>
        </p:nvCxnSpPr>
        <p:spPr>
          <a:xfrm flipV="1">
            <a:off x="2445026" y="580093"/>
            <a:ext cx="915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DF9F7E73-5269-994F-FA90-E055F5474B22}"/>
              </a:ext>
            </a:extLst>
          </p:cNvPr>
          <p:cNvCxnSpPr>
            <a:stCxn id="1062" idx="3"/>
            <a:endCxn id="1061" idx="1"/>
          </p:cNvCxnSpPr>
          <p:nvPr/>
        </p:nvCxnSpPr>
        <p:spPr>
          <a:xfrm flipV="1">
            <a:off x="3968953" y="534581"/>
            <a:ext cx="5294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80CB452D-C9EC-61B1-2424-D2C268A0B0A4}"/>
              </a:ext>
            </a:extLst>
          </p:cNvPr>
          <p:cNvGrpSpPr/>
          <p:nvPr/>
        </p:nvGrpSpPr>
        <p:grpSpPr>
          <a:xfrm>
            <a:off x="4294308" y="167692"/>
            <a:ext cx="1183337" cy="936872"/>
            <a:chOff x="4262799" y="735254"/>
            <a:chExt cx="1183337" cy="936872"/>
          </a:xfrm>
        </p:grpSpPr>
        <p:pic>
          <p:nvPicPr>
            <p:cNvPr id="1061" name="Picture 4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3ED2A493-C80A-4C7F-C398-C324B7B2C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6903" y="735254"/>
              <a:ext cx="733778" cy="73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AFA53FC3-7287-B21B-8849-1EE8CC6562B5}"/>
                </a:ext>
              </a:extLst>
            </p:cNvPr>
            <p:cNvSpPr txBox="1"/>
            <p:nvPr/>
          </p:nvSpPr>
          <p:spPr>
            <a:xfrm>
              <a:off x="4262799" y="1425905"/>
              <a:ext cx="11833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Onboarding Agent</a:t>
              </a:r>
            </a:p>
          </p:txBody>
        </p:sp>
      </p:grpSp>
      <p:cxnSp>
        <p:nvCxnSpPr>
          <p:cNvPr id="1089" name="Straight Arrow Connector 1088">
            <a:extLst>
              <a:ext uri="{FF2B5EF4-FFF2-40B4-BE49-F238E27FC236}">
                <a16:creationId xmlns:a16="http://schemas.microsoft.com/office/drawing/2014/main" id="{75593AA5-B79F-1A1D-AF44-5C89394AAEBB}"/>
              </a:ext>
            </a:extLst>
          </p:cNvPr>
          <p:cNvCxnSpPr>
            <a:cxnSpLocks/>
          </p:cNvCxnSpPr>
          <p:nvPr/>
        </p:nvCxnSpPr>
        <p:spPr>
          <a:xfrm flipV="1">
            <a:off x="5170005" y="2624414"/>
            <a:ext cx="397580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0397AA98-07F8-D784-81BA-8C5F96E1F20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5221683" y="4443204"/>
            <a:ext cx="4180734" cy="184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3" name="Connector: Elbow 1102">
            <a:extLst>
              <a:ext uri="{FF2B5EF4-FFF2-40B4-BE49-F238E27FC236}">
                <a16:creationId xmlns:a16="http://schemas.microsoft.com/office/drawing/2014/main" id="{543EFC3F-BD43-31CE-7CF2-2FB3285EC4AB}"/>
              </a:ext>
            </a:extLst>
          </p:cNvPr>
          <p:cNvCxnSpPr>
            <a:stCxn id="1061" idx="3"/>
            <a:endCxn id="1034" idx="0"/>
          </p:cNvCxnSpPr>
          <p:nvPr/>
        </p:nvCxnSpPr>
        <p:spPr>
          <a:xfrm>
            <a:off x="5232190" y="534581"/>
            <a:ext cx="4328754" cy="160912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4" name="TextBox 1103">
            <a:extLst>
              <a:ext uri="{FF2B5EF4-FFF2-40B4-BE49-F238E27FC236}">
                <a16:creationId xmlns:a16="http://schemas.microsoft.com/office/drawing/2014/main" id="{88BA15E2-646A-1F3B-A43E-504E6C4542AB}"/>
              </a:ext>
            </a:extLst>
          </p:cNvPr>
          <p:cNvSpPr txBox="1"/>
          <p:nvPr/>
        </p:nvSpPr>
        <p:spPr>
          <a:xfrm>
            <a:off x="510754" y="1919393"/>
            <a:ext cx="14798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User Onboarding Chat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C81E4C40-7508-B74A-6593-4E1298639C02}"/>
              </a:ext>
            </a:extLst>
          </p:cNvPr>
          <p:cNvSpPr txBox="1"/>
          <p:nvPr/>
        </p:nvSpPr>
        <p:spPr>
          <a:xfrm>
            <a:off x="3014225" y="3860548"/>
            <a:ext cx="11961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Description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3D2B816E-20F8-9F45-12BA-8182509F5025}"/>
              </a:ext>
            </a:extLst>
          </p:cNvPr>
          <p:cNvSpPr txBox="1"/>
          <p:nvPr/>
        </p:nvSpPr>
        <p:spPr>
          <a:xfrm>
            <a:off x="2946489" y="765514"/>
            <a:ext cx="13813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Raw conversation stored in Azure Storage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3E12A111-25B4-CE8E-1E28-37D91EAE9260}"/>
              </a:ext>
            </a:extLst>
          </p:cNvPr>
          <p:cNvSpPr txBox="1"/>
          <p:nvPr/>
        </p:nvSpPr>
        <p:spPr>
          <a:xfrm>
            <a:off x="6572843" y="527973"/>
            <a:ext cx="22862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Structured Data stored in Cosmos DB 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826755EA-4B90-78DE-8C39-3D07724F9003}"/>
              </a:ext>
            </a:extLst>
          </p:cNvPr>
          <p:cNvSpPr txBox="1"/>
          <p:nvPr/>
        </p:nvSpPr>
        <p:spPr>
          <a:xfrm>
            <a:off x="5931110" y="2391411"/>
            <a:ext cx="2643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Get information about user from Cosmos DB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4F96053-FF32-5FA3-6F9E-C41A4531D434}"/>
              </a:ext>
            </a:extLst>
          </p:cNvPr>
          <p:cNvSpPr txBox="1"/>
          <p:nvPr/>
        </p:nvSpPr>
        <p:spPr>
          <a:xfrm>
            <a:off x="6374871" y="4221922"/>
            <a:ext cx="1617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Search Internet for Pricing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CC8D5257-8DE7-F15E-BA5A-287514429245}"/>
              </a:ext>
            </a:extLst>
          </p:cNvPr>
          <p:cNvSpPr txBox="1"/>
          <p:nvPr/>
        </p:nvSpPr>
        <p:spPr>
          <a:xfrm>
            <a:off x="6239270" y="5173888"/>
            <a:ext cx="20617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Save product detail in Cosmos DB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967D8B7F-3650-3C14-25F3-345216F1E309}"/>
              </a:ext>
            </a:extLst>
          </p:cNvPr>
          <p:cNvSpPr txBox="1"/>
          <p:nvPr/>
        </p:nvSpPr>
        <p:spPr>
          <a:xfrm>
            <a:off x="5995824" y="5978131"/>
            <a:ext cx="26324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Getting product data and Posting via API to X</a:t>
            </a:r>
          </a:p>
        </p:txBody>
      </p:sp>
      <p:cxnSp>
        <p:nvCxnSpPr>
          <p:cNvPr id="1168" name="Straight Arrow Connector 1167">
            <a:extLst>
              <a:ext uri="{FF2B5EF4-FFF2-40B4-BE49-F238E27FC236}">
                <a16:creationId xmlns:a16="http://schemas.microsoft.com/office/drawing/2014/main" id="{B0E18EB2-FA09-BA39-0D70-893F7AF36629}"/>
              </a:ext>
            </a:extLst>
          </p:cNvPr>
          <p:cNvCxnSpPr>
            <a:cxnSpLocks/>
          </p:cNvCxnSpPr>
          <p:nvPr/>
        </p:nvCxnSpPr>
        <p:spPr>
          <a:xfrm flipH="1">
            <a:off x="9962723" y="2391411"/>
            <a:ext cx="890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1" name="Straight Connector 1170">
            <a:extLst>
              <a:ext uri="{FF2B5EF4-FFF2-40B4-BE49-F238E27FC236}">
                <a16:creationId xmlns:a16="http://schemas.microsoft.com/office/drawing/2014/main" id="{3B3DA19B-1962-FBD8-6C59-0AAE4DB6E59E}"/>
              </a:ext>
            </a:extLst>
          </p:cNvPr>
          <p:cNvCxnSpPr/>
          <p:nvPr/>
        </p:nvCxnSpPr>
        <p:spPr>
          <a:xfrm>
            <a:off x="10853530" y="2391411"/>
            <a:ext cx="0" cy="33521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3" name="Straight Connector 1172">
            <a:extLst>
              <a:ext uri="{FF2B5EF4-FFF2-40B4-BE49-F238E27FC236}">
                <a16:creationId xmlns:a16="http://schemas.microsoft.com/office/drawing/2014/main" id="{5A56A0F7-E7D6-ACA6-808C-699D6220A600}"/>
              </a:ext>
            </a:extLst>
          </p:cNvPr>
          <p:cNvCxnSpPr/>
          <p:nvPr/>
        </p:nvCxnSpPr>
        <p:spPr>
          <a:xfrm flipH="1">
            <a:off x="5695122" y="5743573"/>
            <a:ext cx="51584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5" name="Straight Connector 1174">
            <a:extLst>
              <a:ext uri="{FF2B5EF4-FFF2-40B4-BE49-F238E27FC236}">
                <a16:creationId xmlns:a16="http://schemas.microsoft.com/office/drawing/2014/main" id="{8EF15131-727A-056E-18FD-B054416992CE}"/>
              </a:ext>
            </a:extLst>
          </p:cNvPr>
          <p:cNvCxnSpPr/>
          <p:nvPr/>
        </p:nvCxnSpPr>
        <p:spPr>
          <a:xfrm>
            <a:off x="5695122" y="5743573"/>
            <a:ext cx="0" cy="456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77" name="Picture 20" descr="AutoGen - Reviews, Pros &amp; Cons | Companies using AutoGen">
            <a:extLst>
              <a:ext uri="{FF2B5EF4-FFF2-40B4-BE49-F238E27FC236}">
                <a16:creationId xmlns:a16="http://schemas.microsoft.com/office/drawing/2014/main" id="{B7C180B6-78A5-560E-3C8D-8EA819347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5289" y="387806"/>
            <a:ext cx="578630" cy="57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8" name="TextBox 1177">
            <a:extLst>
              <a:ext uri="{FF2B5EF4-FFF2-40B4-BE49-F238E27FC236}">
                <a16:creationId xmlns:a16="http://schemas.microsoft.com/office/drawing/2014/main" id="{A8F60AAA-080C-8429-AFA4-07DA2DCA6E4C}"/>
              </a:ext>
            </a:extLst>
          </p:cNvPr>
          <p:cNvSpPr txBox="1"/>
          <p:nvPr/>
        </p:nvSpPr>
        <p:spPr>
          <a:xfrm>
            <a:off x="10992679" y="979321"/>
            <a:ext cx="923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Solution orchestrated by AG2</a:t>
            </a:r>
          </a:p>
        </p:txBody>
      </p:sp>
      <p:pic>
        <p:nvPicPr>
          <p:cNvPr id="1182" name="Picture 24" descr="Bing logo transparent PNG - StickPNG">
            <a:extLst>
              <a:ext uri="{FF2B5EF4-FFF2-40B4-BE49-F238E27FC236}">
                <a16:creationId xmlns:a16="http://schemas.microsoft.com/office/drawing/2014/main" id="{EEA8ECD7-23A4-21A5-A06F-19F451187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239" y="3938806"/>
            <a:ext cx="639589" cy="81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4" name="Oval 1183">
            <a:extLst>
              <a:ext uri="{FF2B5EF4-FFF2-40B4-BE49-F238E27FC236}">
                <a16:creationId xmlns:a16="http://schemas.microsoft.com/office/drawing/2014/main" id="{0D430917-6ED9-189F-9E25-1B22FAAA9670}"/>
              </a:ext>
            </a:extLst>
          </p:cNvPr>
          <p:cNvSpPr/>
          <p:nvPr/>
        </p:nvSpPr>
        <p:spPr>
          <a:xfrm>
            <a:off x="793881" y="3615321"/>
            <a:ext cx="249805" cy="24293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85" name="Oval 1184">
            <a:extLst>
              <a:ext uri="{FF2B5EF4-FFF2-40B4-BE49-F238E27FC236}">
                <a16:creationId xmlns:a16="http://schemas.microsoft.com/office/drawing/2014/main" id="{F8BFBC35-34A0-090D-5319-4601A374319D}"/>
              </a:ext>
            </a:extLst>
          </p:cNvPr>
          <p:cNvSpPr/>
          <p:nvPr/>
        </p:nvSpPr>
        <p:spPr>
          <a:xfrm>
            <a:off x="815633" y="2637632"/>
            <a:ext cx="249805" cy="24293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86" name="Oval 1185">
            <a:extLst>
              <a:ext uri="{FF2B5EF4-FFF2-40B4-BE49-F238E27FC236}">
                <a16:creationId xmlns:a16="http://schemas.microsoft.com/office/drawing/2014/main" id="{5EDEE233-901A-7E73-F8B5-F03A383764C2}"/>
              </a:ext>
            </a:extLst>
          </p:cNvPr>
          <p:cNvSpPr/>
          <p:nvPr/>
        </p:nvSpPr>
        <p:spPr>
          <a:xfrm>
            <a:off x="316642" y="5637802"/>
            <a:ext cx="249805" cy="24293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87" name="Oval 1186">
            <a:extLst>
              <a:ext uri="{FF2B5EF4-FFF2-40B4-BE49-F238E27FC236}">
                <a16:creationId xmlns:a16="http://schemas.microsoft.com/office/drawing/2014/main" id="{1667A483-ED7C-9A55-B1CA-98C924F74952}"/>
              </a:ext>
            </a:extLst>
          </p:cNvPr>
          <p:cNvSpPr/>
          <p:nvPr/>
        </p:nvSpPr>
        <p:spPr>
          <a:xfrm>
            <a:off x="316642" y="6230292"/>
            <a:ext cx="249805" cy="242931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F3A8F486-FC25-A980-AE2A-D11E0158ADE2}"/>
              </a:ext>
            </a:extLst>
          </p:cNvPr>
          <p:cNvSpPr txBox="1"/>
          <p:nvPr/>
        </p:nvSpPr>
        <p:spPr>
          <a:xfrm>
            <a:off x="565742" y="5600452"/>
            <a:ext cx="2107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Onboarding Workflow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392FD5E5-12E8-D96B-FD58-2BCC46B386AB}"/>
              </a:ext>
            </a:extLst>
          </p:cNvPr>
          <p:cNvSpPr txBox="1"/>
          <p:nvPr/>
        </p:nvSpPr>
        <p:spPr>
          <a:xfrm>
            <a:off x="538368" y="6204641"/>
            <a:ext cx="2449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Product Upload Workflow</a:t>
            </a:r>
          </a:p>
        </p:txBody>
      </p:sp>
      <p:pic>
        <p:nvPicPr>
          <p:cNvPr id="1190" name="Picture 26" descr="Azure App Service - Visual Studio Marketplace">
            <a:extLst>
              <a:ext uri="{FF2B5EF4-FFF2-40B4-BE49-F238E27FC236}">
                <a16:creationId xmlns:a16="http://schemas.microsoft.com/office/drawing/2014/main" id="{4AED9D00-931D-99C6-40AF-E7ADE034F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617" y="5357839"/>
            <a:ext cx="684187" cy="68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1" name="TextBox 1190">
            <a:extLst>
              <a:ext uri="{FF2B5EF4-FFF2-40B4-BE49-F238E27FC236}">
                <a16:creationId xmlns:a16="http://schemas.microsoft.com/office/drawing/2014/main" id="{263DBBB4-51DB-CF10-34A8-3C42E78FB32F}"/>
              </a:ext>
            </a:extLst>
          </p:cNvPr>
          <p:cNvSpPr txBox="1"/>
          <p:nvPr/>
        </p:nvSpPr>
        <p:spPr>
          <a:xfrm>
            <a:off x="11117950" y="6036463"/>
            <a:ext cx="702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Served By Azure App Service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D6702D10-CFDC-8C20-F2B5-FABF051612A9}"/>
              </a:ext>
            </a:extLst>
          </p:cNvPr>
          <p:cNvSpPr txBox="1"/>
          <p:nvPr/>
        </p:nvSpPr>
        <p:spPr>
          <a:xfrm>
            <a:off x="1198626" y="799129"/>
            <a:ext cx="1674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Conversation handled by Azure Speech Service and Picovoice</a:t>
            </a:r>
          </a:p>
        </p:txBody>
      </p:sp>
      <p:pic>
        <p:nvPicPr>
          <p:cNvPr id="1198" name="Picture 34" descr="Picovoice - Crunchbase Company Profile &amp; Funding">
            <a:extLst>
              <a:ext uri="{FF2B5EF4-FFF2-40B4-BE49-F238E27FC236}">
                <a16:creationId xmlns:a16="http://schemas.microsoft.com/office/drawing/2014/main" id="{8B9B94E9-8066-3852-5046-DD8C9641F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157" y="374021"/>
            <a:ext cx="460019" cy="46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96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108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Ipshita Ghosh (THIRD EYE CONSULTING SERVICES)</dc:creator>
  <cp:lastModifiedBy>Ipshita Ghosh (THIRD EYE CONSULTING SERVICES)</cp:lastModifiedBy>
  <cp:revision>1</cp:revision>
  <dcterms:created xsi:type="dcterms:W3CDTF">2025-04-28T21:05:40Z</dcterms:created>
  <dcterms:modified xsi:type="dcterms:W3CDTF">2025-04-29T00:04:11Z</dcterms:modified>
</cp:coreProperties>
</file>